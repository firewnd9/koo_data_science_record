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45ebefbc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45ebefbc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45ebefbc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45ebefbc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2850" y="358950"/>
            <a:ext cx="8322600" cy="4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과정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수집, 분석 data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시행착오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팀원 각각의 데이터 분석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결과물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 기여도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버전관리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과정(기말)을 시간순대로 나열하면서 누가 어떤 일을 맡고 수행했는지 구체적으로 보여줄 것임. 그러면서 계획서의 내용을 얼만큼 시행했고 변경했는지 알릴 예정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과정(일정)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4/17 </a:t>
            </a:r>
            <a:r>
              <a:rPr lang="ko"/>
              <a:t>데이터분석 계획서 제출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4/29 발표자료 제출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과정(일정)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4/30~5/6 날카로운 질문과 피드백 반영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정효담 님의 질문-&gt; 연구 시기 조정 인사이트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안선우 님의 질문-&gt; 스테디셀러에 대한 정의 재정립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이화연 님의 질문-&gt; 시차 지표의 적용 범위 재정립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교수님 피드백: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